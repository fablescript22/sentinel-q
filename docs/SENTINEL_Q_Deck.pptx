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A1628"/>
                </a:solidFill>
                <a:latin typeface="Calibri"/>
              </a:rPr>
              <a:t>SENTINEL-Q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6B7A"/>
                </a:solidFill>
                <a:latin typeface="Calibri"/>
              </a:rPr>
              <a:t>The SOC sees the login. The fraud team sees the transfer. Nobody sees both.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A1628"/>
                </a:solidFill>
                <a:latin typeface="Calibri"/>
              </a:rPr>
              <a:t>Cyber-fraud correlation for Indian banks. Explainable. On-prem. Live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7A"/>
                </a:solidFill>
                <a:latin typeface="Calibri"/>
              </a:rPr>
              <a:t>Finspark Hackathon 2026 · Problem Statement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Banks Are Blind in the Middle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Two teams, two dashboards, one attacker walking between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The SIEM flags a suspicious login. The fraud engine flags a suspicious transfer. Neither knows the other fired.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The attack lives in the gap: a compromised session that becomes a fraudulent transaction 40 minutes later.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SENTINEL-Q correlates cybersecurity telemetry with transactional behaviour — one score, one screen, one 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What We Need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Almost nothing. That's the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Pure Python. No cloud dependencies. Fully on-prem capable.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Ingests two streams: security telemetry + transaction logs.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Customer identifiers pseudonymized with SHA-256 before processing.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Designed for compatibility with ISO 20022 (RTGS/NEFT) and NPCI UPI specifications.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Built Lean. Built to Last.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Five rules you can read. One model that learns. Nothing you can't audit.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5 transparent correlation rules — every trigger condition is human-readable.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IsolationForest anomaly weighting layered on top — catches what rules can't name.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Output: a 0-100 risk score with a plain-English explanation of why it fired.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No black box. An auditor can trace every score back to its cause.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How a SOC Analyst Uses SENTINEL-Q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From “something's off” to “here's exactly what happened.”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An alert lands with a risk score and a plain-English reason — not a wall of logs.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The analyst sees the cyber event and the transaction pattern side by side, already correlated.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Five attack scenarios covered: account takeover, credential stuffing, dormant-account burst, HNDL exfiltration, impossible travel.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Three Reasons Banks Can't Get This Elsewhere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SIEM alone. FRM alone. Or both, finally talking.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103120"/>
          <a:ext cx="10332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377440"/>
                <a:gridCol w="2377440"/>
                <a:gridCol w="237744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A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SIEM Alone</a:t>
                      </a:r>
                    </a:p>
                  </a:txBody>
                  <a:tcPr anchor="ctr">
                    <a:solidFill>
                      <a:srgbClr val="0A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FRM Alone</a:t>
                      </a:r>
                    </a:p>
                  </a:txBody>
                  <a:tcPr anchor="ctr">
                    <a:solidFill>
                      <a:srgbClr val="0A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SENTINEL-Q</a:t>
                      </a:r>
                    </a:p>
                  </a:txBody>
                  <a:tcPr anchor="ctr">
                    <a:solidFill>
                      <a:srgbClr val="0A6B7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Sees the login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C51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Sees the transfer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C51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Correlates both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C51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Explains why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C51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Quantum exposure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A162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C5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The Code is Real. The Demo is Live.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Not a mockup. Not a Figma. A running engine.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Repo: github.com/Fablescript22/sentinel-q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Live: sentinel-q-zjrt44jq29pa4uruuhbrkv.streamlit.app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Deployed on Streamlit Community Cloud — open it on your phone right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18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A6B7A"/>
                </a:solidFill>
                <a:latin typeface="Calibri"/>
              </a:rPr>
              <a:t>[SCREENSHOT PLACEHOLDER — insert dashboard screenshot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[NUMBER] Fewer False Alarms. Every 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Correlation kills noise. A login alert alone is not an incident.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Rules fire only when cyber signal and transaction signal align — single-stream noise suppressed.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[NUMBER] false positives suppressed in our test run — from engine terminal output.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Fewer alerts, higher confidence per alert, less analyst fatigue.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Assumption: 15 min triage per FP x Rs 800/hour analyst cost x 365 days = significant annual saving.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Every Other Team Will Claim Quantum Detection. We Won't.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You cannot detect a quantum computer. You can measure your exposure to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Quantum Risk Monitor classifies crypto posture in 3 tiers: PQC-READY (ML-KEM FIPS 203), QUANTUM-VULNERABLE (ECDH), CRITICAL (RSA/legacy TLS).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HNDL alerts fire ONLY when vulnerable crypto AND exfiltration-shaped behaviour occur together — never on crypto posture alone.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We claim quantum exposure monitoring. Nothing more. That honesty is the feature.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Three Clicks from Alert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Score. Explanation.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Click 1: the alert — 0-100 risk score, ranked by severity.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Click 2: the explanation — plain English, which rules fired and why.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Click 3: the evidence — correlated cyber event and transaction pattern behind the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18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A6B7A"/>
                </a:solidFill>
                <a:latin typeface="Calibri"/>
              </a:rPr>
              <a:t>[SCREENSHOT PLACEHOLDER — insert alert detail screenshot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One Engine. 50 Branches. No Redesign.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Stateless by design. Scales by adding data, not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Stateless batch engine — processes each branch independently, no shared state.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Processes 13,000+ events per run on a single laptop — linear extrapolation to any volume.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No database, no microservices, no infrastructure team required.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Add a branch: point the engine at a new data feed. That is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pip install. Done.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If your bank runs Python, it runs SENTINEL-Q.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Pure Python stack. No cloud services to procure, no vendor lock-in.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One command to install: pip install -r requirements.txt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Runs entirely on-prem — data never has to leave the bank.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7 files. 6 libraries. No database. No Docker.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Built for a Bank That Can't Afford a Breach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Compliance is not a slide at the end. It is in the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RBI Cyber Security Framework 2016 — SOC monitoring and incident detection aligned.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DPDP Act 2023 — SHA-256 pseudonymization, data minimisation, purpose limitation.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On-prem deployment keeps all data inside the bank perimeter.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PQC readiness inventory via ML-KEM FIPS 203 / ML-DSA FIPS 204 tier classification.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How Data Moves Through SENTINEL-Q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Two streams in. One score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Ingest: security telemetry + transaction logs, identifiers pseudonymized at entry.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Correlate: 5 transparent rules match cyber events to transaction behaviour.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Weight: IsolationForest scores anomalies the rules did not name.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Explain: 0-100 risk score with plain-English reason delivered to the analyst.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54880"/>
            <a:ext cx="9418320" cy="1188720"/>
          </a:xfrm>
          <a:prstGeom prst="roundRect">
            <a:avLst/>
          </a:prstGeom>
          <a:solidFill>
            <a:srgbClr val="0A6B7A"/>
          </a:solidFill>
          <a:ln w="19050">
            <a:solidFill>
              <a:srgbClr val="0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[INSERT ARCHITECTURE DIAGRAM]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See It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Pick a scenario. Watch it score.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A6B7A"/>
                </a:solidFill>
                <a:latin typeface="Calibri"/>
              </a:rPr>
              <a:t>LIVE URL</a:t>
            </a:r>
          </a:p>
          <a:p>
            <a:pPr algn="ctr"/>
            <a:r>
              <a:rPr sz="1300" b="0">
                <a:solidFill>
                  <a:srgbClr val="0A1628"/>
                </a:solidFill>
                <a:latin typeface="Calibri"/>
              </a:rPr>
              <a:t>sentinel-q-zjrt44jq29pa4uruuhbrkv.streamlit.app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1031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A6B7A"/>
                </a:solidFill>
                <a:latin typeface="Calibri"/>
              </a:rPr>
              <a:t>DEMO VIDEO</a:t>
            </a:r>
          </a:p>
          <a:p>
            <a:pPr algn="ctr"/>
            <a:r>
              <a:rPr sz="1300" b="0">
                <a:solidFill>
                  <a:srgbClr val="0A1628"/>
                </a:solidFill>
                <a:latin typeface="Calibri"/>
              </a:rPr>
              <a:t>[VIDEO LINK]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1031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A6B7A"/>
                </a:solidFill>
                <a:latin typeface="Calibri"/>
              </a:rPr>
              <a:t>REPO</a:t>
            </a:r>
          </a:p>
          <a:p>
            <a:pPr algn="ctr"/>
            <a:r>
              <a:rPr sz="1300" b="0">
                <a:solidFill>
                  <a:srgbClr val="0A1628"/>
                </a:solidFill>
                <a:latin typeface="Calibri"/>
              </a:rPr>
              <a:t>github.com/Fablescript22/sentinel-q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A6B7A"/>
                </a:solidFill>
                <a:latin typeface="Calibri"/>
              </a:rPr>
              <a:t>[DASHBOARD SCREENSHOT]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A6B7A"/>
                </a:solidFill>
                <a:latin typeface="Calibri"/>
              </a:rPr>
              <a:t>[QUANTUM TAB SCREENSHOT]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1628"/>
                </a:solidFill>
                <a:latin typeface="Calibri"/>
              </a:rPr>
              <a:t>Built in 48 Hours. Designed to Last.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A6B7A"/>
                </a:solidFill>
                <a:latin typeface="Calibri"/>
              </a:rPr>
              <a:t>Every claim in this deck runs in the repo.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One engine that closes the gap between the SOC and the fraud desk.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Transparent rules, explainable scores, honest quantum posture.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0A1628"/>
                </a:solidFill>
                <a:latin typeface="Calibri"/>
              </a:rPr>
              <a:t>•  Pilot branch to SOC integration to bank-wide. The 30/60/90 starts when a bank says 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A6B7A"/>
                </a:solidFill>
                <a:latin typeface="Calibri"/>
              </a:rPr>
              <a:t>github.com/Fablescript22/sentinel-q | Team: Shreya, Devayani, Meghna, Hitha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